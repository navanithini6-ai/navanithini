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63" r:id="rId11"/>
    <p:sldId id="265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830CC7-8040-4162-8342-BB180D82127D}" v="17" dt="2024-08-20T06:41:39.5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11-09-2025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1523999" y="19665"/>
            <a:ext cx="7629525" cy="100155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>
              <a:spcBef>
                <a:spcPts val="130"/>
              </a:spcBef>
            </a:pPr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Portfolio </a:t>
            </a:r>
            <a: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  <a:t/>
            </a:r>
            <a:br>
              <a:rPr lang="en-US" b="1" i="0" dirty="0">
                <a:solidFill>
                  <a:srgbClr val="0F0F0F"/>
                </a:solidFill>
                <a:effectLst/>
                <a:latin typeface="Roboto" panose="020F0502020204030204" pitchFamily="2" charset="0"/>
              </a:rPr>
            </a:br>
            <a:endParaRPr spc="1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5ADE35-C35B-07C1-F5AA-C33B3DDB802E}"/>
              </a:ext>
            </a:extLst>
          </p:cNvPr>
          <p:cNvSpPr txBox="1"/>
          <p:nvPr/>
        </p:nvSpPr>
        <p:spPr>
          <a:xfrm>
            <a:off x="2554542" y="3314150"/>
            <a:ext cx="8610600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/>
              <a:t>STUDENT NAME: </a:t>
            </a:r>
          </a:p>
          <a:p>
            <a:r>
              <a:rPr lang="en-US" sz="2400" dirty="0"/>
              <a:t>REGISTER NO AND NMID: </a:t>
            </a:r>
            <a:endParaRPr lang="en-US" sz="2400" dirty="0">
              <a:cs typeface="Calibri"/>
            </a:endParaRPr>
          </a:p>
          <a:p>
            <a:r>
              <a:rPr lang="en-US" sz="2400" dirty="0"/>
              <a:t>DEPARTMENT: </a:t>
            </a:r>
          </a:p>
          <a:p>
            <a:r>
              <a:rPr lang="en-US" sz="2400" dirty="0"/>
              <a:t>COLLEGE: COLLEGE/ UNIVERSITY</a:t>
            </a:r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6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sp>
        <p:nvSpPr>
          <p:cNvPr id="21" name="TextBox 20"/>
          <p:cNvSpPr txBox="1"/>
          <p:nvPr/>
        </p:nvSpPr>
        <p:spPr>
          <a:xfrm>
            <a:off x="1981200" y="2579132"/>
            <a:ext cx="1127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portfolio</a:t>
            </a:r>
            <a:endParaRPr lang="en-IN" sz="72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900"/>
            <a:chOff x="47625" y="3819523"/>
            <a:chExt cx="4124325" cy="3009900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371600" y="533400"/>
            <a:ext cx="661987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79" name="Rectangle 78"/>
          <p:cNvSpPr/>
          <p:nvPr/>
        </p:nvSpPr>
        <p:spPr>
          <a:xfrm>
            <a:off x="76200" y="2413338"/>
            <a:ext cx="9067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In today’s digital world, having an online presence is essential for students and professionals. Many students lack a central platform to showcase their skills, academic background, and projects to potential recruiters or collaborators. The goal of this project is to create a </a:t>
            </a:r>
            <a:r>
              <a:rPr lang="en-GB" b="1" dirty="0"/>
              <a:t>personal portfolio website</a:t>
            </a:r>
            <a:r>
              <a:rPr lang="en-GB" dirty="0"/>
              <a:t> for </a:t>
            </a:r>
            <a:r>
              <a:rPr lang="en-GB" dirty="0" err="1"/>
              <a:t>Navanithini</a:t>
            </a:r>
            <a:r>
              <a:rPr lang="en-GB" dirty="0"/>
              <a:t>, a Computer Science student, to present her qualifications and achievements effectively.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 smtClean="0"/>
              <a:t>PROJECT	</a:t>
            </a:r>
            <a:r>
              <a:rPr sz="4250" spc="-20" dirty="0" smtClean="0"/>
              <a:t>OVERVIEW</a:t>
            </a:r>
            <a:endParaRPr sz="4250" dirty="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9" name="Rectangle 8"/>
          <p:cNvSpPr/>
          <p:nvPr/>
        </p:nvSpPr>
        <p:spPr>
          <a:xfrm>
            <a:off x="304801" y="2557908"/>
            <a:ext cx="88576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This project involves the development of a </a:t>
            </a:r>
            <a:r>
              <a:rPr lang="en-GB" b="1" dirty="0"/>
              <a:t>responsive and simple portfolio website</a:t>
            </a:r>
            <a:r>
              <a:rPr lang="en-GB" dirty="0"/>
              <a:t> using HTML and CSS. The site allows </a:t>
            </a:r>
            <a:r>
              <a:rPr lang="en-GB" dirty="0" err="1"/>
              <a:t>Navanithini</a:t>
            </a:r>
            <a:r>
              <a:rPr lang="en-GB" dirty="0"/>
              <a:t> to introduce herself, highlight her skills and academic projects, and provide contact information for networking or job opportunities. The website is designed to be user-friendly and visually clean.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99452" y="891793"/>
            <a:ext cx="501459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3900" y="6172200"/>
            <a:ext cx="2181225" cy="485775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sp>
        <p:nvSpPr>
          <p:cNvPr id="7" name="Rectangle 6"/>
          <p:cNvSpPr/>
          <p:nvPr/>
        </p:nvSpPr>
        <p:spPr>
          <a:xfrm>
            <a:off x="704067" y="2362200"/>
            <a:ext cx="84201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The portfolio website is aimed at the following users:</a:t>
            </a:r>
          </a:p>
          <a:p>
            <a:r>
              <a:rPr lang="en-GB" b="1" dirty="0"/>
              <a:t>Recruiters and Employers</a:t>
            </a:r>
            <a:r>
              <a:rPr lang="en-GB" dirty="0"/>
              <a:t> looking for fresh talent in software development.</a:t>
            </a:r>
          </a:p>
          <a:p>
            <a:r>
              <a:rPr lang="en-GB" b="1" dirty="0"/>
              <a:t>Academic institutions</a:t>
            </a:r>
            <a:r>
              <a:rPr lang="en-GB" dirty="0"/>
              <a:t> or mentors reviewing student work.</a:t>
            </a:r>
          </a:p>
          <a:p>
            <a:r>
              <a:rPr lang="en-GB" b="1" dirty="0"/>
              <a:t>Peers and collaborators</a:t>
            </a:r>
            <a:r>
              <a:rPr lang="en-GB" dirty="0"/>
              <a:t> interested in teaming up on tech projects.</a:t>
            </a:r>
          </a:p>
          <a:p>
            <a:r>
              <a:rPr lang="en-GB" b="1" dirty="0"/>
              <a:t>General visitors</a:t>
            </a:r>
            <a:r>
              <a:rPr lang="en-GB" dirty="0"/>
              <a:t> who want to learn more about </a:t>
            </a:r>
            <a:r>
              <a:rPr lang="en-GB" dirty="0" err="1"/>
              <a:t>Navanithini's</a:t>
            </a:r>
            <a:r>
              <a:rPr lang="en-GB" dirty="0"/>
              <a:t> skills and background.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76375"/>
            <a:ext cx="2695574" cy="324802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8165" y="857885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 dirty="0"/>
              <a:t>TOOLS AND TECHNIQUES</a:t>
            </a:r>
            <a:endParaRPr sz="360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8" name="Rectangle 7"/>
          <p:cNvSpPr/>
          <p:nvPr/>
        </p:nvSpPr>
        <p:spPr>
          <a:xfrm>
            <a:off x="3048000" y="241333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b="1" dirty="0"/>
              <a:t>HTML5</a:t>
            </a:r>
            <a:r>
              <a:rPr lang="en-GB" dirty="0"/>
              <a:t> – To structure the content of the portfolio.</a:t>
            </a:r>
          </a:p>
          <a:p>
            <a:r>
              <a:rPr lang="en-GB" b="1" dirty="0"/>
              <a:t>CSS3</a:t>
            </a:r>
            <a:r>
              <a:rPr lang="en-GB" dirty="0"/>
              <a:t> – For styling the layout and responsiveness.</a:t>
            </a:r>
          </a:p>
          <a:p>
            <a:r>
              <a:rPr lang="en-GB" i="1" dirty="0"/>
              <a:t>(Optional extensions):</a:t>
            </a:r>
            <a:endParaRPr lang="en-GB" dirty="0"/>
          </a:p>
          <a:p>
            <a:pPr lvl="1"/>
            <a:r>
              <a:rPr lang="en-GB" b="1" dirty="0"/>
              <a:t>JavaScript</a:t>
            </a:r>
            <a:r>
              <a:rPr lang="en-GB" dirty="0"/>
              <a:t> – For interactive elements (e.g., theme toggle, dynamic content).</a:t>
            </a:r>
          </a:p>
          <a:p>
            <a:pPr lvl="1"/>
            <a:r>
              <a:rPr lang="en-GB" b="1" dirty="0" err="1"/>
              <a:t>GitHub</a:t>
            </a:r>
            <a:r>
              <a:rPr lang="en-GB" dirty="0"/>
              <a:t> – To host and manage version control of the project.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291147"/>
            <a:ext cx="8794750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b="1" spc="15" dirty="0">
                <a:latin typeface="Trebuchet MS"/>
                <a:cs typeface="Trebuchet MS"/>
              </a:rPr>
              <a:t>POTFOLIO DESIGN AND LAYOUT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990600" y="1676400"/>
            <a:ext cx="64008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The portfolio consists of the following </a:t>
            </a:r>
            <a:r>
              <a:rPr lang="en-GB" b="1" dirty="0"/>
              <a:t>sections</a:t>
            </a:r>
            <a:r>
              <a:rPr lang="en-GB" dirty="0"/>
              <a:t>:</a:t>
            </a:r>
          </a:p>
          <a:p>
            <a:r>
              <a:rPr lang="en-GB" b="1" dirty="0"/>
              <a:t>Header</a:t>
            </a:r>
            <a:r>
              <a:rPr lang="en-GB" dirty="0"/>
              <a:t> – Includes name and short tagline.</a:t>
            </a:r>
          </a:p>
          <a:p>
            <a:r>
              <a:rPr lang="en-GB" b="1" dirty="0"/>
              <a:t>Navigation Bar</a:t>
            </a:r>
            <a:r>
              <a:rPr lang="en-GB" dirty="0"/>
              <a:t> – Links to different sections (About, Projects, Contact).</a:t>
            </a:r>
          </a:p>
          <a:p>
            <a:r>
              <a:rPr lang="en-GB" b="1" dirty="0"/>
              <a:t>About Section</a:t>
            </a:r>
            <a:r>
              <a:rPr lang="en-GB" dirty="0"/>
              <a:t> – Brief introduction and background.</a:t>
            </a:r>
          </a:p>
          <a:p>
            <a:r>
              <a:rPr lang="en-GB" b="1" dirty="0"/>
              <a:t>Projects Section</a:t>
            </a:r>
            <a:r>
              <a:rPr lang="en-GB" dirty="0"/>
              <a:t> – List of academic or personal projects with descriptions.</a:t>
            </a:r>
          </a:p>
          <a:p>
            <a:r>
              <a:rPr lang="en-GB" b="1" dirty="0"/>
              <a:t>Contact Section</a:t>
            </a:r>
            <a:r>
              <a:rPr lang="en-GB" dirty="0"/>
              <a:t> – Email, </a:t>
            </a:r>
            <a:r>
              <a:rPr lang="en-GB" dirty="0" err="1"/>
              <a:t>GitHub</a:t>
            </a:r>
            <a:r>
              <a:rPr lang="en-GB" dirty="0"/>
              <a:t>, LinkedIn.</a:t>
            </a:r>
          </a:p>
          <a:p>
            <a:r>
              <a:rPr lang="en-GB" b="1" dirty="0"/>
              <a:t>Footer</a:t>
            </a:r>
            <a:r>
              <a:rPr lang="en-GB" dirty="0"/>
              <a:t> – Copyright information.</a:t>
            </a:r>
          </a:p>
          <a:p>
            <a:r>
              <a:rPr lang="en-GB" dirty="0"/>
              <a:t>The design follows a </a:t>
            </a:r>
            <a:r>
              <a:rPr lang="en-GB" b="1" dirty="0"/>
              <a:t>clean, modern layout</a:t>
            </a:r>
            <a:r>
              <a:rPr lang="en-GB" dirty="0"/>
              <a:t> with consistent spacing, readable fonts, and a mobile-friendly structure.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AND FUNCTIONALITY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5400" y="251460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/>
              <a:t>🧑‍🎓 </a:t>
            </a:r>
            <a:r>
              <a:rPr lang="en-IN" b="1" dirty="0"/>
              <a:t>Personal Introduction</a:t>
            </a:r>
            <a:endParaRPr lang="en-IN" dirty="0"/>
          </a:p>
          <a:p>
            <a:r>
              <a:rPr lang="en-IN" dirty="0"/>
              <a:t>📁 </a:t>
            </a:r>
            <a:r>
              <a:rPr lang="en-IN" b="1" dirty="0"/>
              <a:t>Project Showcase</a:t>
            </a:r>
            <a:r>
              <a:rPr lang="en-IN" dirty="0"/>
              <a:t> – With titles and short descriptions.</a:t>
            </a:r>
          </a:p>
          <a:p>
            <a:r>
              <a:rPr lang="en-IN" dirty="0"/>
              <a:t>📧 </a:t>
            </a:r>
            <a:r>
              <a:rPr lang="en-IN" b="1" dirty="0"/>
              <a:t>Contact Info</a:t>
            </a:r>
            <a:r>
              <a:rPr lang="en-IN" dirty="0"/>
              <a:t> – Email, </a:t>
            </a:r>
            <a:r>
              <a:rPr lang="en-IN" dirty="0" err="1"/>
              <a:t>GitHub</a:t>
            </a:r>
            <a:r>
              <a:rPr lang="en-IN" dirty="0"/>
              <a:t>, and LinkedIn links.</a:t>
            </a:r>
          </a:p>
          <a:p>
            <a:r>
              <a:rPr lang="en-IN" dirty="0"/>
              <a:t>🌐 </a:t>
            </a:r>
            <a:r>
              <a:rPr lang="en-IN" b="1" dirty="0"/>
              <a:t>Responsive Design</a:t>
            </a:r>
            <a:r>
              <a:rPr lang="en-IN" dirty="0"/>
              <a:t> – Works on mobile and desktop.</a:t>
            </a:r>
          </a:p>
          <a:p>
            <a:r>
              <a:rPr lang="en-IN" dirty="0"/>
              <a:t>🔗 </a:t>
            </a:r>
            <a:r>
              <a:rPr lang="en-IN" b="1" dirty="0"/>
              <a:t>Clickable Links</a:t>
            </a:r>
            <a:r>
              <a:rPr lang="en-IN" dirty="0"/>
              <a:t> – Navigation and external profiles.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3381373"/>
            <a:ext cx="2466975" cy="341947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654938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/>
              <a:t>RESULTS AND SCREENSHOTS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FAD9CEB2-36E1-0550-426B-2FAF97882044}"/>
              </a:ext>
            </a:extLst>
          </p:cNvPr>
          <p:cNvSpPr txBox="1"/>
          <p:nvPr/>
        </p:nvSpPr>
        <p:spPr>
          <a:xfrm>
            <a:off x="2743200" y="2354703"/>
            <a:ext cx="85340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9" y="1430348"/>
            <a:ext cx="6472237" cy="53406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96075" y="1695450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4578668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11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6800" y="2209800"/>
            <a:ext cx="6934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This project successfully demonstrates how a Computer Science student like </a:t>
            </a:r>
            <a:r>
              <a:rPr lang="en-GB" dirty="0" err="1"/>
              <a:t>Navanithini</a:t>
            </a:r>
            <a:r>
              <a:rPr lang="en-GB" dirty="0"/>
              <a:t> can build a personal portfolio using basic web technologies. The website acts as a professional online resume and helps in improving visibility and personal branding. Future improvements may include adding JavaScript functionality, a downloadable resume, or integrating a blog section.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</TotalTime>
  <Words>491</Words>
  <Application>Microsoft Office PowerPoint</Application>
  <PresentationFormat>Custom</PresentationFormat>
  <Paragraphs>66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Digital Portfolio  </vt:lpstr>
      <vt:lpstr>PROJECT TITLE</vt:lpstr>
      <vt:lpstr>AGENDA</vt:lpstr>
      <vt:lpstr>PROBLEM STATEMENT</vt:lpstr>
      <vt:lpstr>PROJECT OVERVIEW</vt:lpstr>
      <vt:lpstr>WHO ARE THE END USERS?</vt:lpstr>
      <vt:lpstr>TOOLS AND TECHNIQUES</vt:lpstr>
      <vt:lpstr>PowerPoint Presentation</vt:lpstr>
      <vt:lpstr>FEATURES AND FUNCTIONALITY</vt:lpstr>
      <vt:lpstr>RESULTS AND SCREENSHOTS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Admin</cp:lastModifiedBy>
  <cp:revision>24</cp:revision>
  <dcterms:created xsi:type="dcterms:W3CDTF">2024-03-29T15:07:22Z</dcterms:created>
  <dcterms:modified xsi:type="dcterms:W3CDTF">2025-09-11T08:54:38Z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